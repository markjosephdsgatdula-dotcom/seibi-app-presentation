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3B82F6"/>
                </a:solidFill>
                <a:latin typeface="Segoe UI"/>
              </a:defRPr>
            </a:pPr>
            <a:r>
              <a:t>Seibi</a:t>
            </a:r>
          </a:p>
          <a:p>
            <a:pPr>
              <a:spcBef>
                <a:spcPts val="1000"/>
              </a:spcBef>
              <a:defRPr sz="2400">
                <a:solidFill>
                  <a:srgbClr val="F3F4F6"/>
                </a:solidFill>
                <a:latin typeface="Segoe UI"/>
              </a:defRPr>
            </a:pPr>
            <a:r>
              <a:t>設備管理システム — Equipment Maintenance &amp; Inspection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  <a:latin typeface="Segoe UI"/>
              </a:defRPr>
            </a:pPr>
            <a:r>
              <a:t>A Premium Digital Solution for Factory Maintenance Operations</a:t>
            </a:r>
          </a:p>
          <a:p>
            <a:pPr>
              <a:spcBef>
                <a:spcPts val="500"/>
              </a:spcBef>
              <a:defRPr sz="1400">
                <a:solidFill>
                  <a:srgbClr val="10B981"/>
                </a:solidFill>
                <a:latin typeface="Segoe UI"/>
              </a:defRPr>
            </a:pPr>
            <a:r>
              <a:t>Prepared by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t>The Challenge in Factory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❌ Lack of Visibility: Factory managers cannot see real-time machine health rates (e.g. only 33% operating normally).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❌ Hard to Track Progress: Paper-based checklists lead to missed tasks (e.g. 0/13 daily tasks completed).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❌ Siloed Communications: Issues reported on paper remain hidden, causing delayed repairs.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❌ Inaccessible Manuals: Operators waste time searching for printed manuals during a breakdown.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✅ Real-Time Dashboards: Immediate status tracking for workers and managers.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✅ Interactive Factory Maps: Visual wiring layouts and instant equipment health checks.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✅ Collaborative Logs &amp; Chat: Streamlined reporting and direct communication.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✅ AI-Powered Manuals: On-demand answers for immediate troubleshooting.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t>Worker Dashboard: Simple &amp; Action-Oriented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📊 Task Progress Meter: Simple visualization showing total tasks done vs remaining (0/13 completed).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⚠️ Abnormality Tracker: Bold red counts highlighting active issues ('3' requiring action).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⚙️ Overall Equipment Health: Live calculation of working machines (33% health rate).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📅 Overdue Inspector Alerts: Red-bordered prioritized cards for monthly checks and repairs.</a:t>
            </a:r>
          </a:p>
        </p:txBody>
      </p:sp>
      <p:pic>
        <p:nvPicPr>
          <p:cNvPr id="4" name="Picture 3" descr="ap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t>Floor Layout &amp; Interactive Wire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📍 Interactive Blueprint: Visual layout mapping out TIG/CO2 Welders, Robots, Weld Tables, Controllers, and Gas Tanks.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⚡ Status Indicators: Color-coded nodes (Orange for robots, Blue for controllers, Cyan for weld tables).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🔌 Wiring Overlay: Allows workers to tap on machines to inspect connection paths instantly.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📋 Inspection Planning: Single button access to '点検予定配線' (Scheduled Inspection Wiring) to view upcoming routes.</a:t>
            </a:r>
          </a:p>
        </p:txBody>
      </p:sp>
      <p:pic>
        <p:nvPicPr>
          <p:cNvPr id="4" name="Picture 3" descr="app_wi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t>Audit Trails &amp; Inspection History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📜 Comprehensive History Log: List of completed inspection entries showing dates, technicians, and outcomes.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🔍 Flexible Filtering: Easy filtering by Date, Equipment, Time Period (30/90 days), and Status (Normal/Repair/Abnormality).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📊 High-Level Stats: Clear metrics summing up total inspections, repairs, and abnormalities discovered in a given window.</a:t>
            </a:r>
          </a:p>
        </p:txBody>
      </p:sp>
      <p:pic>
        <p:nvPicPr>
          <p:cNvPr id="4" name="Picture 3" descr="app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t>Bulletin Board: Communication &amp; Quick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💬 Integrated Incident Feed: Stream of reports directly from operators on the floor.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🛠️ Actionable Items: '修理開始' (Start Repair) button right in the feed, enabling immediate response.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🚨 Categorized Reports: Messages labeled with icons for Safety (安全), Warnings (警告), and Abnormalities (異常).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✍️ Quick Communication: Bottom text field for posting real-time announcements.</a:t>
            </a:r>
          </a:p>
        </p:txBody>
      </p:sp>
      <p:pic>
        <p:nvPicPr>
          <p:cNvPr id="4" name="Picture 3" descr="app_bulle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t>Maintenance Manuals with AI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💡 Smart Search Box: Operators input complex machine symptoms (e.g. 'J3 joint vibrating').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🤖 AI Q&amp;A Integration: Provides immediate step-by-step instructions from local manuals.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📖 Grouped Procedures: Categorized documentation for easy manual selection (Grinders, CO2 Welding Robots).</a:t>
            </a:r>
          </a:p>
          <a:p>
            <a:pPr>
              <a:spcAft>
                <a:spcPts val="1000"/>
              </a:spcAft>
              <a:defRPr sz="1400">
                <a:solidFill>
                  <a:srgbClr val="F3F4F6"/>
                </a:solidFill>
                <a:latin typeface="Segoe UI"/>
              </a:defRPr>
            </a:pPr>
            <a:r>
              <a:t>📉 Reduced Downtime: Ensures workers have immediate access to resolutions without waiting for senior technicians.</a:t>
            </a:r>
          </a:p>
        </p:txBody>
      </p:sp>
      <p:pic>
        <p:nvPicPr>
          <p:cNvPr id="4" name="Picture 3" descr="app_man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Segoe UI"/>
              </a:defRPr>
            </a:pPr>
            <a:r>
              <a:t>The Value of Seibi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Simplifies task checklists for technicians. Direct reporting prevents missed maintenance tasks and ensures smooth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Real-time bulletin board and 'Start Repair' button reduce communication lag. Machine problems are addressed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Visual Floor Map removes guesswork. Inspectors see the exact location and wiring path of the malfunctioning unit.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F4F6"/>
                </a:solidFill>
                <a:latin typeface="Segoe UI"/>
              </a:defRPr>
            </a:pPr>
            <a:r>
              <a:t>AI-integrated manual search acts as a 24/7 assistant, enabling junior operators to troubleshoot complex mechanical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