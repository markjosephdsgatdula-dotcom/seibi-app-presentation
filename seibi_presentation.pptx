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3B82F6"/>
                </a:solidFill>
                <a:latin typeface="Yu Gothic"/>
              </a:defRPr>
            </a:pPr>
            <a:r>
              <a:t>Seibi</a:t>
            </a:r>
          </a:p>
          <a:p>
            <a:pPr>
              <a:spcBef>
                <a:spcPts val="1000"/>
              </a:spcBef>
              <a:defRPr sz="2400">
                <a:solidFill>
                  <a:srgbClr val="F3F4F6"/>
                </a:solidFill>
                <a:latin typeface="Yu Gothic"/>
              </a:defRPr>
            </a:pPr>
            <a:r>
              <a:t>設備点検・不具合管理アプリのご紹介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  <a:latin typeface="Yu Gothic"/>
              </a:defRPr>
            </a:pPr>
            <a:r>
              <a:t>点検業務のデジタル化から、リアルタイム状況共有、AI修理サポートまで</a:t>
            </a:r>
          </a:p>
          <a:p>
            <a:pPr>
              <a:spcBef>
                <a:spcPts val="500"/>
              </a:spcBef>
              <a:defRPr sz="1400">
                <a:solidFill>
                  <a:srgbClr val="10B981"/>
                </a:solidFill>
                <a:latin typeface="Yu Gothic"/>
              </a:defRPr>
            </a:pPr>
            <a:r>
              <a:t>溶接チーム マーク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背景と課題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❌ 点検履歴の散逸: 手書きの点検表は提出後にファイル保管されるか処分され、後から検索できるデジタル記録が残らない。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❌ 過去の状況確認不可: 過去にどんな不具合があったのか、先月や昨年に設備に何が起きたのかを確認する方法がない。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⚠️ 繰り返す不具合の放置: 不具合が再発しても個人の記憶に頼るしかなく、不具合が実際に修理されたかを追跡する仕組みもない。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⚠️ マニュアル参照の非効率: 修理中に手順を確認したい場合、分厚い紙マニュアルをめくるか周りに聞くしかない。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B82F6"/>
                </a:solidFill>
                <a:latin typeface="Yu Gothic"/>
              </a:defRPr>
            </a:pPr>
            <a:r>
              <a:t>解決策と取り組み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820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1. 点検業務のデジタル化</a:t>
            </a:r>
          </a:p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2. リアルタイムの状況共有と管理</a:t>
            </a:r>
          </a:p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3. AI搭載の修理サポート機能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解決策：点検業務のデジタル化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📱 タブレットやスマホでの入力: 現場作業を行いながらその場から直接アプリに入力し提出可能。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🔒 データの安全な保存: 転記ミスや紛失を解消し、すべての点検結果は即座にデジタルデータとして安全に保存。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解決策：検索可能な履歴ログ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🔍 過去ログの動的検索: 過去の不具合履歴や点検結果を、日付や設備名から瞬時に呼び出せる検索機能を搭載。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📈 不具合履歴の可視化: 設備ごとに不具合発生パターンを蓄積し、同じトラブルの再発傾向をデジタル上で一目で把握。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解決策：状況共有と管理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⚙️ 自動タスク化: 点検表で「異常あり」と回答されると、システムが自動で修理タスクを作成し即座に登録。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🚨 LINE WORKSへの自動アラート: 重大な不具合が検知された場合、LINE WORKSへ自動で緊急通知を送信。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🔄 リアルタイム同期: 修理の状況や掲示板の内容が、すべてのデバイス（モバイル・PC）へリアルタイムに同期。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解決策：AI修理サポート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💬 自然言語でのスマート質問: 紙マニュアルをめくる代わりに、普段の言葉で質問可能（例：「ワイヤ送給がもたついている」）。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📖 引用元の提示: AIがマニュアルから関連箇所を読み取り、参照したページや項番を示しながら明確な回答。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⚡ トラブル一次対応の迅速化: 直接先輩社員に聞いたり、電話をする手間を省き、その場で即時に一次対処が可能。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B82F6"/>
                </a:solidFill>
                <a:latin typeface="Yu Gothic"/>
              </a:defRPr>
            </a:pPr>
            <a:r>
              <a:t>成果と今後の展望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820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1. データ主導のメンテナンス</a:t>
            </a:r>
          </a:p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2. AI対応マニュアルの拡大</a:t>
            </a:r>
          </a:p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3. 使うほど賢くなるAI学習ループ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今後の展望：データ主導の保全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📊 長期トレンドの統計分析: 蓄積された履歴を基に長期的な故障サイクルを分析し、最適なスケジュールメンテナンスを実現。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🔩 溶接機コンジットライナー詰まり予測: 点検記録からワイヤ送給のもたつきや滑り、アーク切れの予兆を特定。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⚙️ ドライブロールの摩耗管理: 金属粉の蓄積やロール摩耗時期をデータで特定し、最適なタイミングで交換を実施してアーク停止を防止。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🔴 ワイヤ送給のもたつき: 3回検出 [警告基準: 2回以上]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🟡 ワイヤの滑り: 2回検出 [注意基準: 1回以上]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🔧 推奨アクション: 点検記録より「もたつき」「滑り」の再発傾向を検知。金属粉による詰まりを防ぐため、次回の段取り替え時にライナー交換を推奨します。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今後の展望：AI機能の高度化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一部の設備だけでなく、工場内のすべての主要設備の手順書・図面データをAIへ順次取り込み、サポート範囲を全域へ拡大。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質問ログと「役に立ったか」の評価を記録。良質な回答を学習し、不要なものを除いて回答精度を高める仕組みを構築。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8200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このアプリは単なる点検表のデジタル化ではありません。現場がより安全に働き、故障を防ぎ、設備を最高の状態で稼働させ続けるためのツールです。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