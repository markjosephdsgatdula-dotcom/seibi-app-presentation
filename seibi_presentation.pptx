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2563EB"/>
                </a:solidFill>
                <a:latin typeface="Noto Sans JP"/>
              </a:defRPr>
            </a:pPr>
            <a:r>
              <a:t>現場改善プロジェクト報告</a:t>
            </a:r>
          </a:p>
          <a:p>
            <a:pPr>
              <a:spcAft>
                <a:spcPts val="1000"/>
              </a:spcAft>
              <a:defRPr sz="6400" b="1">
                <a:solidFill>
                  <a:srgbClr val="2563EB"/>
                </a:solidFill>
                <a:latin typeface="Noto Sans JP"/>
              </a:defRPr>
            </a:pPr>
            <a:r>
              <a:t>Seibi</a:t>
            </a:r>
          </a:p>
          <a:p>
            <a:pPr>
              <a:spcAft>
                <a:spcPts val="3000"/>
              </a:spcAft>
              <a:defRPr sz="2600" b="1">
                <a:solidFill>
                  <a:srgbClr val="0F172A"/>
                </a:solidFill>
                <a:latin typeface="Noto Sans JP"/>
              </a:defRPr>
            </a:pPr>
            <a:r>
              <a:t>点検のデジタル化からAIによる修理サポートまで</a:t>
            </a:r>
          </a:p>
          <a:p>
            <a:pPr>
              <a:defRPr sz="1800">
                <a:solidFill>
                  <a:srgbClr val="475569"/>
                </a:solidFill>
                <a:latin typeface="Noto Sans JP"/>
              </a:defRPr>
            </a:pPr>
            <a:r>
              <a:t>溶接ラインチーム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背景と課題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紙の点検表運用による3つの現場課題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📁 履歴の散逸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手書きの点検表は提出後に保管または破棄され、検索可能なデジタル記録が残らない状態でした。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88536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🔄 追跡の困難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同じトラブルが繰り返し発生しても記憶に頼るしかなく、発見された異常が確実に修理されたか確認できませんでした。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91271" y="1645920"/>
            <a:ext cx="3328416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📖 作業の非効率</a:t>
            </a:r>
          </a:p>
          <a:p>
            <a:pPr>
              <a:lnSpc>
                <a:spcPct val="140000"/>
              </a:lnSpc>
              <a:defRPr sz="1600">
                <a:solidFill>
                  <a:srgbClr val="0F172A"/>
                </a:solidFill>
                <a:latin typeface="Noto Sans JP"/>
              </a:defRPr>
            </a:pPr>
            <a:r>
              <a:t>トラブル対応時に紙のマニュアルを探してめくるか、特定の人に質問するしか選択肢がありませんでした。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解決策と取り組み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4つの主要機能で現場の課題を解決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点検業務のデジタル化と履歴保存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レイアウトマップによる視覚管理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リアルタイムの状況共有とタスク管理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4. AI搭載の修理サポート機能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解決策：点検業務のデジタル化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モバイル端末でその場入力・ペーパーレス化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📱 現場でのモバイル入力: スマホやタブレットから直接点検表を入力。転記ミスや紛失を防止します。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☁️ 検索可能な履歴の蓄積: 点検データや過去の不具合履歴がクラウドへ保存され、いつでも検索可能です。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解決策：検索可能な履歴ログ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過去の不具合や修理記録を瞬時に検索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🔍 即座のキーワード検索: 日付や設備名、症状を入力するだけで、過去の修理履歴をその場で参照できます。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📊 再発トラブルの把握: 過去にどんな対応をしたかが可視化され、熟練者に頼らず迅速な対応を可能にします。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解決策：レイアウトマップによる視覚管理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平面図上で設備配置と配線ルートを直感的に把握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🗺️ インタラクティブマップ: ロボットやレギュレーター等の配置や異常ステータスを、マップ上で一目に視認可能。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🔌 配線ルートの可視化: 機器をタップするだけで配線系統を表示し、トラブル箇所の特定をスピード化。</a:t>
            </a:r>
          </a:p>
        </p:txBody>
      </p:sp>
      <p:pic>
        <p:nvPicPr>
          <p:cNvPr id="4" name="Picture 3" descr="app_wir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解決策：状況共有と管理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自動タスク登録とLINE WORKS通知で連絡漏れを防止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🔔 自動タスク化＆通知: 異常「あり」と回答されると自動で修理タスクが登録され、LINE WORKSへ即座に緊急通知されます。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🔄 全デバイス同期: 修理の進捗状況や掲示板の内容が、すべてのデバイス（モバイル・PC）へリアルタイムに同期されます。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解決策：AI修理サポート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現場ですぐに頼れるAIアドバイザー機能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🤖 普段の言葉で質問応答: マニュアルをめくる代わりに、自然な言葉でトラブル症状を質問できます。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📄 明確な引用元ページ提示: AIは取り込んだマニュアルを参照し、根拠となるページや項番を示して回答します。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成果と今後の展望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さらなる現場改善に向けた3つのステップ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1828800"/>
            <a:ext cx="76196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1. データ主導の予防保全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2. AI対応マニュアルの拡大</a:t>
            </a:r>
          </a:p>
          <a:p>
            <a:pPr>
              <a:spcAft>
                <a:spcPts val="2400"/>
              </a:spcAft>
              <a:defRPr sz="2200" b="1">
                <a:solidFill>
                  <a:srgbClr val="0F172A"/>
                </a:solidFill>
                <a:latin typeface="Noto Sans JP"/>
              </a:defRPr>
            </a:pPr>
            <a:r>
              <a:t>3. 使うほど賢くなるAI学習ループ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今後の展望：データ主導の保全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点検ログの傾向から故障を予測し未然防止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⚡ 溶接機ログの予兆検知: 点検表の「ワイヤ送給のもたつき」や「滑り」の頻度から、ライン停止のサインを検知。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🛠️ 予測交換によるダウンタイムゼロ: ライナーの詰まりや駆動部の摩耗期を特定し、次回段取り時に交換してトラブルを防止。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溶接機 状態モニター（過去5ヶ月間）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🔧 推奨アクション: 点検記録より「もたつき」「滑り」の再発傾向を検知。金属粉による詰まりを防ぐため、次回段取り替え時にコンジットライナー交換を推奨します。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0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Noto Sans JP"/>
              </a:defRPr>
            </a:pPr>
            <a:r>
              <a:t>今後の展望：AI機能の高度化</a:t>
            </a:r>
          </a:p>
          <a:p>
            <a:pPr>
              <a:spcBef>
                <a:spcPts val="400"/>
              </a:spcBef>
              <a:defRPr sz="1500">
                <a:solidFill>
                  <a:srgbClr val="475569"/>
                </a:solidFill>
                <a:latin typeface="Noto Sans JP"/>
              </a:defRPr>
            </a:pPr>
            <a:r>
              <a:t>全設備のカバーとAI自律学習の確立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2563EB"/>
                </a:solidFill>
                <a:latin typeface="Noto Sans JP"/>
              </a:defRPr>
            </a:pPr>
            <a:r>
              <a:t>📚 AI対応マニュアルの拡大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工場内のすべての主要設備の手順書・図面データをAIへ順次取り込み、全域をサポート可能にします。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59669"/>
                </a:solidFill>
                <a:latin typeface="Noto Sans JP"/>
              </a:defRPr>
            </a:pPr>
            <a:r>
              <a:t>🔄 使うほど賢くなるAI学習ループ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質問ログとフィードバック（役に立ったか）を分析。良回答を保存・学習し、精度を向上させます。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8200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F172A"/>
                </a:solidFill>
                <a:latin typeface="Noto Sans JP"/>
              </a:defRPr>
            </a:pPr>
            <a:r>
              <a:t>💡 まとめ</a:t>
            </a:r>
          </a:p>
          <a:p>
            <a:pPr>
              <a:spcAft>
                <a:spcPts val="1200"/>
              </a:spcAft>
              <a:defRPr sz="1700">
                <a:solidFill>
                  <a:srgbClr val="0F172A"/>
                </a:solidFill>
                <a:latin typeface="Noto Sans JP"/>
              </a:defRPr>
            </a:pPr>
            <a:r>
              <a:t>Seibi: 製造現場のダウンタイムをゼロにし、組織の保全力と稼働率を最大化するソリューション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5200" b="1">
                <a:solidFill>
                  <a:srgbClr val="059669"/>
                </a:solidFill>
                <a:latin typeface="Noto Sans JP"/>
              </a:defRPr>
            </a:pPr>
            <a:r>
              <a:t>ご清聴ありがとうございました</a:t>
            </a:r>
          </a:p>
          <a:p>
            <a:pPr>
              <a:defRPr sz="2400">
                <a:solidFill>
                  <a:srgbClr val="475569"/>
                </a:solidFill>
                <a:latin typeface="Noto Sans JP"/>
              </a:defRPr>
            </a:pPr>
            <a:r>
              <a:t>設備管理システム — Seibi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