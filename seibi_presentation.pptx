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3B82F6"/>
                </a:solidFill>
                <a:latin typeface="Yu Gothic"/>
              </a:defRPr>
            </a:pPr>
            <a:r>
              <a:t>Seibi</a:t>
            </a:r>
          </a:p>
          <a:p>
            <a:pPr>
              <a:spcBef>
                <a:spcPts val="1000"/>
              </a:spcBef>
              <a:defRPr sz="2400">
                <a:solidFill>
                  <a:srgbClr val="F3F4F6"/>
                </a:solidFill>
                <a:latin typeface="Yu Gothic"/>
              </a:defRPr>
            </a:pPr>
            <a:r>
              <a:t>設備管理システム — 設備点検アプリのご紹介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  <a:latin typeface="Yu Gothic"/>
              </a:defRPr>
            </a:pPr>
            <a:r>
              <a:t>紙ベースの点検作業から、リアルタイム共有、AIによる現場修理サポートへ</a:t>
            </a:r>
          </a:p>
          <a:p>
            <a:pPr>
              <a:spcBef>
                <a:spcPts val="500"/>
              </a:spcBef>
              <a:defRPr sz="1400">
                <a:solidFill>
                  <a:srgbClr val="10B981"/>
                </a:solidFill>
                <a:latin typeface="Yu Gothic"/>
              </a:defRPr>
            </a:pPr>
            <a:r>
              <a:t>Antigravity AI によってカスタマイズ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1. 導入の経緯と従来の課題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❌ 履歴が残らない: 全て手書きの紙で点検を行い、提出後はファイル保管か処分するのみで検索できない。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過去の状況が不明: 過去の不具合や前月・去年の状況を確認する手段がなかった。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状況のブラックボックス化: 点検表を持っている技術者本人以外には、設備の稼働・不具合状況が見えない。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⚠️ 記憶頼みの点検: 同じ不具合が繰り返し起きていても、個人の記憶に頼らざるを得なかった。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修理状況の追跡不可: 不具合を発見しても、実際に修理が完了したかを追跡する仕組みがない。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マニュアルの検索性悪化: 作業中に手順を確認する際、分厚い紙マニュアルをめくるか周りに聞くしかなかった。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(1) 点検作業のデジタル化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📱 モバイル端末での入力: タブレットやスマートフォンを使い、現場で即座に点検表を入力・提出可能。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🔍 検索可能な履歴保存: 提出されたデータは自動蓄積され、過去の不具合履歴をいつでも検索・確認できるように。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📊 稼働ダッシュボード: 今日のタスク進捗（例：0/13件完了）、異常発生件数、全体設備健全率を可視化。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(2) 現場マップでの視覚的管理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🗺️ インタラクティブ平面図: 工場内の溶接機やロボット、制御盤、ガスタンク等の配置を地図上で確認可能。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🔌 配線ルートの確認: 設備をタップするだけで、給電や通信の配線ルートをビジュアル表示。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⚡ 直感的なトラブルシューティング: 異常が発生しているノードを素早く特定し、影響範囲を判断。</a:t>
            </a:r>
          </a:p>
        </p:txBody>
      </p:sp>
      <p:pic>
        <p:nvPicPr>
          <p:cNvPr id="4" name="Picture 3" descr="app_wir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(3) 点検・修理履歴の監査ログ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📋 包括的な履歴ログ: 過去に実施した点検結果、不具合の内容、作業担当者をタイムスタンプ付きで記録。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🔍 多彩なフィルタ機能: 日付順、設備順、期間（30日〜今年）やステータス（異常ありなど）で瞬時に絞り込み可能。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📈 修理進捗の追跡: 不具合に対する修理が完了しているかをデジタル上で管理し、対応漏れを防ぐ。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(4) リアルタイム状況共有・タスク化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🚨 自動タスク登録 &amp; 通知: 不具合検知時、システムが自動的に修理タスクを作成し関係者に通知。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💬 チャット・掲示板機能: 異常内容に対して、現場から「修理開始 (修理開始)」ボタンで即座に担当宣言が可能。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🔗 社内連絡ツールとの自動連携: 重大な不具合の場合は、社内チャットツールへ自動で警告通知を送信。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(5) AIによる現場修理サポート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🤖 自然言語での質問: 分厚いマニュアルをめくる代わりに、普段の言葉で質問可能（例：「J3関節で異音、ロボットアームが震えている」）。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📖 引用元の提示: AIが関連するマニュアル部分を特定し、「どの箇所の記述か」を示しながら的確に回答。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⚙️ カテゴリ別の構成: グラインダやCO2溶接ロボットなどのハードウェアごとに整理された手順書へ素早くアクセス。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成果と今後の展望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開発はすべて完了し、現在は本格運用に向けた最終確認段階。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紙廃止による履歴の蓄積、自動通知による迅速な初動、マニュアル検索時間のゼロ化による修理時間の大幅短縮を見込む。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現在は一部の設備のみ対応しているマニュアルの範囲を広げ、工場内のすべての主要設備でAIサポートを利用可能に。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技術者がAIにした質問と、その回答が役に立ったかどうかのフィードバックをログ化。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有効な回答パターンを蓄積し、現場の利用実績に応じてAIの回答精度が自動で向上するエコシステムを構築。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設備のダウンタイムを最小化し、保全業務のナレッジを組織的に共有・蓄積することで、工場稼働率の圧倒的向上を目指します。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